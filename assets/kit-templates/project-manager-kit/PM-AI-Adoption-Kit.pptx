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Project Manager AI Adoption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3C2B7"/>
                </a:solidFill>
              </a:defRPr>
            </a:pPr>
            <a:r>
              <a:t>Turning AI tools into your actual job — not a platform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6B6EF"/>
                </a:solidFill>
              </a:defRPr>
            </a:pPr>
            <a:r>
              <a:t>AI Learning Factory — Role-Based Enablement Kits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The AI adoption gap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95% of generative AI pilots show no measurable ROI (MIT NANDA, 2025)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PMs lose hours a week to status updates, meeting prep, and dashboard-building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The gap isn’t the tools — it’s using them for the job you actually have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Meet Mara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Mara Ellis, Senior PM at Meridian Group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Leading Project Atlas: a 90-day client-onboarding platform rollout across Sales, Ops, and Support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Every module in this kit follows Mara building the same thing you will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</a:defRPr>
            </a:pPr>
            <a:r>
              <a:t>Persona and company are illustrative — swap for a real client story once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What's in the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Module 1 — Your PM Agent in Copilot Studio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Module 2 — Planner + AI Workflows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Module 3 — Live Status Dashboard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Module 4 — Your Personal Agent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PM Prompt Library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Your PM Agent in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Answers status questions directly from your live plan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Drafts stakeholder-ready updates on request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Flags overdue tasks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</a:defRPr>
            </a:pPr>
            <a:r>
              <a:t>[Screenshot placeholder — swap in a real Copilot Studio capture]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Planner + AI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AI-assisted task breakdown &amp; scheduling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On-demand “what’s off track” summaries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AI-drafted meeting agendas from live plan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</a:defRPr>
            </a:pPr>
            <a:r>
              <a:t>[Screenshot placeholder — swap in a real Planner capture]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Live Status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Built from your existing plan data with Copilot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Status-by-workstream and flagged-risk views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Share a link instead of writing a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</a:defRPr>
            </a:pPr>
            <a:r>
              <a:t>[Screenshot placeholder — swap in a real dashboard capture]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Your Personal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Morning brief: meetings, flagged emails, tasks due today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Meeting prep pulled from related emails &amp; files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Inbox triage for time-sensitive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</a:defRPr>
            </a:pPr>
            <a:r>
              <a:t>[Screenshot placeholder — swap in a real capture]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PROMPT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A preview of the PM Prompt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“Draft a one-paragraph status update for [Project], under 150 words.”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“Draft RAID log entries based on this task list and these notes.”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“Draft this week’s sync agenda, prioritizing overdue items.”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“Rewrite this update for an executive audience, under 100 words.”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2514E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Hours writing status updates every week</a:t>
            </a:r>
          </a:p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Manually building the status dashboard</a:t>
            </a:r>
          </a:p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Scrambling into meetings unprepared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78D6"/>
                </a:solidFill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51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Minutes to a drafted, ready-to-send update</a:t>
            </a:r>
          </a:p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A live dashboard that’s always current</a:t>
            </a:r>
          </a:p>
          <a:p>
            <a:pPr>
              <a:spcAft>
                <a:spcPts val="1000"/>
              </a:spcAft>
              <a:defRPr sz="1700">
                <a:solidFill>
                  <a:srgbClr val="0B0B0B"/>
                </a:solidFill>
              </a:defRPr>
            </a:pPr>
            <a:r>
              <a:t>•  Agent-briefed before every meeting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78D6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0B0B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Start with Module 1 — build your PM agent first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Roll out module by module, or all at once</a:t>
            </a:r>
          </a:p>
          <a:p>
            <a:pPr>
              <a:spcAft>
                <a:spcPts val="1400"/>
              </a:spcAft>
              <a:defRPr sz="2000">
                <a:solidFill>
                  <a:srgbClr val="0B0B0B"/>
                </a:solidFill>
              </a:defRPr>
            </a:pPr>
            <a:r>
              <a:t>•  More role kits coming: HR, Finance &amp; Accounting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Ready to equip your PM team?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3C2B7"/>
                </a:solidFill>
              </a:defRPr>
            </a:pPr>
            <a:r>
              <a:t>Book a strategy call, or get the full Enterprise AI Adoption Accelerator Kit.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6B6EF"/>
                </a:solidFill>
              </a:defRPr>
            </a:pPr>
            <a:r>
              <a:t>drew.leonardi@gmail.com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